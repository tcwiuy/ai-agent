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Noto Sans" charset="1" panose="020B0502040504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77543" y="4114800"/>
            <a:ext cx="10932914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AI Agent tra cứu phim tự động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046649" y="5352020"/>
            <a:ext cx="6194703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Triển khai trên nền tảng Docker và n8n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7993" y="942975"/>
            <a:ext cx="9332357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Vấn đề: sự phân mảnh thông tin giải trí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17505" y="1772547"/>
            <a:ext cx="16230600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Người dùng đang bị “bội thực thông tin” nhưng thiếu tính liên kết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40362" y="6997699"/>
            <a:ext cx="3812381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Tra cứu điểm số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21195" y="3594101"/>
            <a:ext cx="5719167" cy="1393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Xem trailer trên youtube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37499" y="3644901"/>
            <a:ext cx="5349597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Lịch chiếu và rạp phim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4141" y="8569326"/>
            <a:ext cx="15493964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Hậu quả: trải nghiệm rời rạc, tốn thời gian thao tác thủ công</a:t>
            </a:r>
          </a:p>
        </p:txBody>
      </p:sp>
      <p:sp>
        <p:nvSpPr>
          <p:cNvPr name="AutoShape 8" id="8"/>
          <p:cNvSpPr/>
          <p:nvPr/>
        </p:nvSpPr>
        <p:spPr>
          <a:xfrm flipH="true">
            <a:off x="11428245" y="4434783"/>
            <a:ext cx="2306086" cy="257443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 flipV="true">
            <a:off x="4961511" y="4918155"/>
            <a:ext cx="2506859" cy="243860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5741246" y="3662138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7451" y="973455"/>
            <a:ext cx="8333065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giải pháp: trạm thông tin tập trung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398056" y="1275080"/>
            <a:ext cx="6370797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Tóm tắt + điểm số + poster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77451" y="3723151"/>
            <a:ext cx="1839516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Dữ liệu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536936" y="3723151"/>
            <a:ext cx="218039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Hình ảnh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336578" y="3723151"/>
            <a:ext cx="2144197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Đánh giá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03956" y="6040618"/>
            <a:ext cx="224635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Telegram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031588" y="2611619"/>
            <a:ext cx="4068604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Phản hồi &lt; 5 giây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31588" y="3723151"/>
            <a:ext cx="5737265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Hiểu ngôn ngữ tự nhiên</a:t>
            </a:r>
          </a:p>
        </p:txBody>
      </p:sp>
      <p:sp>
        <p:nvSpPr>
          <p:cNvPr name="AutoShape 10" id="10"/>
          <p:cNvSpPr/>
          <p:nvPr/>
        </p:nvSpPr>
        <p:spPr>
          <a:xfrm flipH="true" flipV="true">
            <a:off x="1997209" y="4491364"/>
            <a:ext cx="2316407" cy="200862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5627132" y="4412124"/>
            <a:ext cx="199606" cy="186299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2" id="12"/>
          <p:cNvSpPr/>
          <p:nvPr/>
        </p:nvSpPr>
        <p:spPr>
          <a:xfrm flipH="true">
            <a:off x="6788613" y="4378202"/>
            <a:ext cx="2504119" cy="212178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99040" y="947043"/>
            <a:ext cx="479726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Kiến trúc công nghệ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8836" y="3862387"/>
            <a:ext cx="221170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giao diện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7168" y="5668962"/>
            <a:ext cx="413504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Telegram Bot API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055808" y="3863975"/>
            <a:ext cx="1888212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Hạ tầng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59405" y="5665788"/>
            <a:ext cx="168461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Docker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39371" y="3865562"/>
            <a:ext cx="196905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Lõi xử lý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342468" y="5668962"/>
            <a:ext cx="918448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n8n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57853" y="3865562"/>
            <a:ext cx="1526619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Trí tuệ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86524" y="5668962"/>
            <a:ext cx="355342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Google Gemini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750293" y="3862387"/>
            <a:ext cx="170747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Dữ liệu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900431" y="5665788"/>
            <a:ext cx="416040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TMDB and OMDb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15181" y="650875"/>
            <a:ext cx="5857637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Sơ đồ kiến trúc hệ thống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686" y="4781334"/>
            <a:ext cx="1110972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User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26658" y="4508284"/>
            <a:ext cx="105894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Message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44583" y="4832134"/>
            <a:ext cx="390763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Telegram Server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31363" y="4402137"/>
            <a:ext cx="211776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Webhook (HTTPS)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71389" y="4832134"/>
            <a:ext cx="356437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Tunnel / Ngrok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35763" y="4402137"/>
            <a:ext cx="115073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Port 5678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71389" y="2512219"/>
            <a:ext cx="382726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HTML Response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61229" y="4373562"/>
            <a:ext cx="3402211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n8n Container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Docker Host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405681" y="3549650"/>
            <a:ext cx="1707237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Gemini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566297" y="4438866"/>
            <a:ext cx="1386007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TMBb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488906" y="5327866"/>
            <a:ext cx="1540788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OMDb</a:t>
            </a:r>
          </a:p>
        </p:txBody>
      </p:sp>
      <p:sp>
        <p:nvSpPr>
          <p:cNvPr name="AutoShape 14" id="14"/>
          <p:cNvSpPr/>
          <p:nvPr/>
        </p:nvSpPr>
        <p:spPr>
          <a:xfrm flipV="true">
            <a:off x="1126658" y="5103813"/>
            <a:ext cx="1017925" cy="5534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5" id="15"/>
          <p:cNvSpPr/>
          <p:nvPr/>
        </p:nvSpPr>
        <p:spPr>
          <a:xfrm flipV="true">
            <a:off x="6052214" y="5209959"/>
            <a:ext cx="110432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6" id="16"/>
          <p:cNvSpPr/>
          <p:nvPr/>
        </p:nvSpPr>
        <p:spPr>
          <a:xfrm>
            <a:off x="10635763" y="5209959"/>
            <a:ext cx="124526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7" id="17"/>
          <p:cNvSpPr/>
          <p:nvPr/>
        </p:nvSpPr>
        <p:spPr>
          <a:xfrm flipV="true">
            <a:off x="15263440" y="4908334"/>
            <a:ext cx="1398536" cy="19547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8" id="18"/>
          <p:cNvSpPr/>
          <p:nvPr/>
        </p:nvSpPr>
        <p:spPr>
          <a:xfrm flipV="true">
            <a:off x="571172" y="3625850"/>
            <a:ext cx="1668812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flipV="true">
            <a:off x="571172" y="3625850"/>
            <a:ext cx="0" cy="123168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72501" y="457200"/>
            <a:ext cx="4942999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Luồng dữ liệu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119283"/>
            <a:ext cx="6672501" cy="279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Step 1: Trigger and Analyze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Input: “Tìm phim Na tra” → Gemini lọc từ nhiễu → Keyword: “Na tra”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586799" y="2119283"/>
            <a:ext cx="6672501" cy="208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Step 2: Primary Search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Lấy thông tin cơ bản: Tên gốc, Nội dung, Poster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86799" y="6464300"/>
            <a:ext cx="6672501" cy="279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Step 3: Enrichment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Truy vấn OMDb bằng tên gốc → bổ sung IMDb Rating và Rotten Tomatoes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464300"/>
            <a:ext cx="6672501" cy="208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Step 4: Response Render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Tổng hợp JSON → Render HTML → Gửi Telegram</a:t>
            </a:r>
          </a:p>
        </p:txBody>
      </p:sp>
      <p:sp>
        <p:nvSpPr>
          <p:cNvPr name="AutoShape 7" id="7"/>
          <p:cNvSpPr/>
          <p:nvPr/>
        </p:nvSpPr>
        <p:spPr>
          <a:xfrm>
            <a:off x="7701201" y="3554383"/>
            <a:ext cx="276517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" id="8"/>
          <p:cNvSpPr/>
          <p:nvPr/>
        </p:nvSpPr>
        <p:spPr>
          <a:xfrm>
            <a:off x="13923050" y="4208433"/>
            <a:ext cx="0" cy="217985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9" id="9"/>
          <p:cNvSpPr/>
          <p:nvPr/>
        </p:nvSpPr>
        <p:spPr>
          <a:xfrm flipH="true" flipV="true">
            <a:off x="7701201" y="7899400"/>
            <a:ext cx="288559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16989" y="457200"/>
            <a:ext cx="6454021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Triển khai hạ tầng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051480"/>
            <a:ext cx="4344948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Chiến lược Docker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061791"/>
            <a:ext cx="12738259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Sử dụng ‘docker-compose.yml’ để khổi tạo n8n server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303216"/>
            <a:ext cx="1506295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Đảm bảo hệ thống hoạt động 24/7, cô lập môi trường, tránh lỗi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22154" y="3599835"/>
            <a:ext cx="7866272" cy="4074165"/>
          </a:xfrm>
          <a:custGeom>
            <a:avLst/>
            <a:gdLst/>
            <a:ahLst/>
            <a:cxnLst/>
            <a:rect r="r" b="b" t="t" l="l"/>
            <a:pathLst>
              <a:path h="4074165" w="7866272">
                <a:moveTo>
                  <a:pt x="0" y="0"/>
                </a:moveTo>
                <a:lnTo>
                  <a:pt x="7866273" y="0"/>
                </a:lnTo>
                <a:lnTo>
                  <a:pt x="7866273" y="4074165"/>
                </a:lnTo>
                <a:lnTo>
                  <a:pt x="0" y="40741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77853" y="952500"/>
            <a:ext cx="693229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Xử lý logic và trí tuệ nhân tạo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89033" y="2263185"/>
            <a:ext cx="355342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Google Gemini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269212"/>
            <a:ext cx="8236387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Cho mình xin review phim Na tra 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255792"/>
            <a:ext cx="4423053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Keyword: ‘Na tra 2’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259092"/>
            <a:ext cx="3509367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Intent: ‘Search’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10147" y="2263185"/>
            <a:ext cx="229028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Javascript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80246" y="914400"/>
            <a:ext cx="6727507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Thử thách kỹ thuật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836428" y="2495453"/>
            <a:ext cx="1630799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Vấn đề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614135"/>
            <a:ext cx="7079099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Input: ‘Deadpool &amp; Wolverine’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30065" y="4740114"/>
            <a:ext cx="724352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401 Unauthorized / Not Found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718870"/>
            <a:ext cx="7244890" cy="208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Hàm ‘encodeURIComponent’ thủ công + n8n tự động mã hóa = Mã hóa kép ký tự ‘&amp;”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454376" y="2495453"/>
            <a:ext cx="227266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Gỉai pháp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152487" y="3425728"/>
            <a:ext cx="4876443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Fix: truyền chuỗi thô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90674" y="4410770"/>
            <a:ext cx="5800069" cy="208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Loại bỏ mã hóa thủ công, để n8n xử lý chuẩn URL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80246" y="457200"/>
            <a:ext cx="6727507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Thử thách kỹ thuật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43025" y="3356257"/>
            <a:ext cx="394382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Vấn đề lệch năm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362168"/>
            <a:ext cx="7372477" cy="279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TMDB (2023) và OMDb (2024)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Flexible Search: ưu tiên tên gốc bỏ qua tham số năm với phim bom tấn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310626" y="3356257"/>
            <a:ext cx="3467457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Dữ liệu khuyết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747962" y="4362168"/>
            <a:ext cx="6592785" cy="208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Phim Châu Á/Anime thường thiếu điểm Rotten Tomatoes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75386" y="1532303"/>
            <a:ext cx="4134820" cy="7222393"/>
          </a:xfrm>
          <a:custGeom>
            <a:avLst/>
            <a:gdLst/>
            <a:ahLst/>
            <a:cxnLst/>
            <a:rect r="r" b="b" t="t" l="l"/>
            <a:pathLst>
              <a:path h="7222393" w="4134820">
                <a:moveTo>
                  <a:pt x="0" y="0"/>
                </a:moveTo>
                <a:lnTo>
                  <a:pt x="4134820" y="0"/>
                </a:lnTo>
                <a:lnTo>
                  <a:pt x="4134820" y="7222394"/>
                </a:lnTo>
                <a:lnTo>
                  <a:pt x="0" y="72223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056578" y="1485900"/>
            <a:ext cx="3043809" cy="7268797"/>
          </a:xfrm>
          <a:custGeom>
            <a:avLst/>
            <a:gdLst/>
            <a:ahLst/>
            <a:cxnLst/>
            <a:rect r="r" b="b" t="t" l="l"/>
            <a:pathLst>
              <a:path h="7268797" w="3043809">
                <a:moveTo>
                  <a:pt x="0" y="0"/>
                </a:moveTo>
                <a:lnTo>
                  <a:pt x="3043808" y="0"/>
                </a:lnTo>
                <a:lnTo>
                  <a:pt x="3043808" y="7268797"/>
                </a:lnTo>
                <a:lnTo>
                  <a:pt x="0" y="72687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410206" y="457200"/>
            <a:ext cx="546758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Kết quả thực tế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12691" y="454977"/>
            <a:ext cx="10462617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Đánh giá hiệu năng hệ thống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91896" y="2507367"/>
            <a:ext cx="148971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Độ trễ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162425"/>
            <a:ext cx="4796687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3-5s phản hồi thời gian thực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423746" y="2205742"/>
            <a:ext cx="191500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Ổn định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31403" y="4060825"/>
            <a:ext cx="4168702" cy="208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24/7 đảm bảo bởi docker container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881372" y="2205742"/>
            <a:ext cx="2987873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Trải nghiệm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977663" y="4060825"/>
            <a:ext cx="4795291" cy="208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HTML Parse Mode và việt hóa nội dung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07014" y="7321550"/>
            <a:ext cx="1467397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Hạn chế: dữ liệu OMDb cập nhật chậm hơn lịch chiếu rạp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37540" y="914400"/>
            <a:ext cx="621292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Hướng phát triển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75930" y="2844800"/>
            <a:ext cx="1839159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Hiện tại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51058" y="4298965"/>
            <a:ext cx="3888902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Tra cứu cơ bản và điểm số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196820" y="2844800"/>
            <a:ext cx="2690812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Giai đoạn 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295895" y="4298965"/>
            <a:ext cx="4492662" cy="208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Tích hợp địa điẻm tìm rạp bán kính 5km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170396" y="2844800"/>
            <a:ext cx="2690812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Giai đoạn 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772305" y="4765675"/>
            <a:ext cx="548699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Cloud and advanced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DAHBHpHbs4k</dc:identifier>
  <dcterms:modified xsi:type="dcterms:W3CDTF">2011-08-01T06:04:30Z</dcterms:modified>
  <cp:revision>1</cp:revision>
  <dc:title>AI Agent tra cứu phim tự động</dc:title>
</cp:coreProperties>
</file>